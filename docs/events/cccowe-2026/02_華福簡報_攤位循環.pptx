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開場封面。華福大會攤位循環播放用。屬靈共同書目：把散落各處的華文屬靈書彙整在一起,幫大家找到造就生命的下一本書。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使命與異象。呼應詩篇119:105,好書是幫助我們明白真光的燈。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關鍵數字:近3萬本、兩大書房、25分類、開放API。資料來源可信、持續維護。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特色一:跨書房搜尋。示範關鍵字搜尋潘霍華,跨校園與基道並列61本。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特色二:主題分類瀏覽。分類依來源精準歸位,聖經類只收真聖經。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特色三:單書詳情頁,完整資訊+購書按鈕+複製本頁短網址,方便分享推薦。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三大特色總結:跨書房搜尋、短網址分享、開放API與共建。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使用情境:牧者備講道、小組長選教材、家長找兒童書、教會網站串接。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開放API、邀請共建。CCNDA出品,長期投入網路福音事工。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行動呼籲:books.zh.church,掃QR免費使用。CCNDA出品。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2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E0A6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4884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屬靈共同書目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34290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0A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基督徒圖書分享服務 ‧ 幫助你找到造就生命的下一本書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FE0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一次查遍  校園書房 ＋ 基道書樓  近 3 萬本華文屬靈好書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books.zh.church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4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中華基督教網路發展協會（CCNDA）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5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把散落各處的華文屬靈書,彙整在一起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F2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書的基本資料、內容簡介、分類、購書管道與相關推薦 —— 全部集中在一個地方。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1F2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讓每一位渴慕成長的讀者,都能更快找到造就生命的下一本書。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40080" y="3566160"/>
            <a:ext cx="10881360" cy="2194560"/>
          </a:xfrm>
          <a:prstGeom prst="roundRect">
            <a:avLst>
              <a:gd name="adj" fmla="val 5000"/>
            </a:avLst>
          </a:prstGeom>
          <a:solidFill>
            <a:srgbClr val="EAF2FA"/>
          </a:solidFill>
          <a:ln w="12700">
            <a:solidFill>
              <a:srgbClr val="D3E1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566160"/>
            <a:ext cx="128016" cy="2194560"/>
          </a:xfrm>
          <a:prstGeom prst="rect">
            <a:avLst/>
          </a:prstGeom>
          <a:solidFill>
            <a:srgbClr val="E0A62E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397764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5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「你的話是我腳前的燈,是我路上的光。」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97280" y="47091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663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詩篇 119:105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好書是燈旁的燈,幫助我們更明白那真光。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881360" y="64190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/ 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books.zh.church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5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一個平台,四個亮點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79476" y="1920240"/>
            <a:ext cx="2514600" cy="28346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79476" y="2331720"/>
            <a:ext cx="2514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5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 3 萬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2356" y="365760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本華文屬靈好書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51276" y="1920240"/>
            <a:ext cx="2514600" cy="28346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3351276" y="2331720"/>
            <a:ext cx="2514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5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大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534156" y="365760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書房一次查遍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23076" y="1920240"/>
            <a:ext cx="2514600" cy="28346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323076" y="2331720"/>
            <a:ext cx="2514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5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6505956" y="365760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個主題分類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294876" y="1920240"/>
            <a:ext cx="2514600" cy="28346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9294876" y="2331720"/>
            <a:ext cx="2514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5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開放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9477756" y="365760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自由串接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0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資料彙整自各基督教出版社與網路書房的公開資訊,由同工與網友持續補充校對。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881360" y="64190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/ 10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books.zh.church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5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特色一 ‧ 一站查兩大書房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F2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輸入書名、作者、出版社或 ISBN,</a:t>
            </a:r>
            <a:endParaRPr lang="en-US" sz="1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F2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一次查遍校園書房與基道書樓,</a:t>
            </a:r>
            <a:endParaRPr lang="en-US" sz="1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1F2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同名書並排比較、直達各家購書連結。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37490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5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範例:搜尋「潘霍華」,一次列出跨書房 61 本相關好書。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98464" y="1335024"/>
            <a:ext cx="5650992" cy="4194618"/>
          </a:xfrm>
          <a:prstGeom prst="rect">
            <a:avLst/>
          </a:prstGeom>
          <a:solidFill>
            <a:srgbClr val="D9E2EA"/>
          </a:solidFill>
          <a:ln w="12700">
            <a:solidFill>
              <a:srgbClr val="C3D0DA"/>
            </a:solidFill>
            <a:prstDash val="solid"/>
          </a:ln>
        </p:spPr>
      </p:sp>
      <p:pic>
        <p:nvPicPr>
          <p:cNvPr id="6" name="Image 0" descr="/sessions/festive-intelligent-thompson/mnt/books.zh.church/華福文宣2026/screenshots/02_搜尋_跨兩大書房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371600"/>
            <a:ext cx="5577840" cy="41214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81360" y="64190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/ 10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books.zh.church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5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特色二 ‧ 主題分類,清楚好找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3504" y="1335024"/>
            <a:ext cx="5650992" cy="4194618"/>
          </a:xfrm>
          <a:prstGeom prst="rect">
            <a:avLst/>
          </a:prstGeom>
          <a:solidFill>
            <a:srgbClr val="D9E2EA"/>
          </a:solidFill>
          <a:ln w="12700">
            <a:solidFill>
              <a:srgbClr val="C3D0DA"/>
            </a:solidFill>
            <a:prstDash val="solid"/>
          </a:ln>
        </p:spPr>
      </p:sp>
      <p:pic>
        <p:nvPicPr>
          <p:cNvPr id="4" name="Image 0" descr="/sessions/festive-intelligent-thompson/mnt/books.zh.church/華福文宣2026/screenshots/01_首頁_分類分布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577840" cy="41214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0" y="155448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F2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 大主題分類: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F2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聖經、聖經研究、神學、靈修、教會復興、門徒造就、見證、福音、兒童主日學、青少年家庭、心理、社會…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583680" y="41148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5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點分類即可瀏覽該類全部書目,聖經類只收真正的聖經,分類乾淨可信。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881360" y="64190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/ 10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books.zh.church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5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特色三 ‧ 完整資訊 ‧ 購書 ‧ 一鍵分享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F2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每本書一頁看齊: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F2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封面、作者、譯者、出版社、ISBN、內容簡介與分類。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F2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直達購書連結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F2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每本書都有獨立短網址,一鍵複製,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F2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貼到 LINE、FB、講道投影片、週報都方便。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998464" y="1335024"/>
            <a:ext cx="5650992" cy="4194618"/>
          </a:xfrm>
          <a:prstGeom prst="rect">
            <a:avLst/>
          </a:prstGeom>
          <a:solidFill>
            <a:srgbClr val="D9E2EA"/>
          </a:solidFill>
          <a:ln w="12700">
            <a:solidFill>
              <a:srgbClr val="C3D0DA"/>
            </a:solidFill>
            <a:prstDash val="solid"/>
          </a:ln>
        </p:spPr>
      </p:sp>
      <p:pic>
        <p:nvPicPr>
          <p:cNvPr id="5" name="Image 0" descr="/sessions/festive-intelligent-thompson/mnt/books.zh.church/華福文宣2026/screenshots/03_單書詳情_購書與短網址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371600"/>
            <a:ext cx="5577840" cy="41214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881360" y="64190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/ 10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books.zh.church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5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為什麼用「屬靈共同書目」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93776" y="173736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51076" y="2103120"/>
            <a:ext cx="1005840" cy="1005840"/>
          </a:xfrm>
          <a:prstGeom prst="ellipse">
            <a:avLst/>
          </a:prstGeom>
          <a:solidFill>
            <a:srgbClr val="1E5A8A"/>
          </a:solidFill>
          <a:ln/>
        </p:spPr>
      </p:sp>
      <p:sp>
        <p:nvSpPr>
          <p:cNvPr id="5" name="Text 3"/>
          <p:cNvSpPr/>
          <p:nvPr/>
        </p:nvSpPr>
        <p:spPr>
          <a:xfrm>
            <a:off x="1751076" y="21031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22376" y="329184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一站查兩大書房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13816" y="406908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書名/作者/出版社/ISBN 一次搜尋,校園與基道並排比較、直達購書。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34256" y="173736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91556" y="2103120"/>
            <a:ext cx="1005840" cy="1005840"/>
          </a:xfrm>
          <a:prstGeom prst="ellipse">
            <a:avLst/>
          </a:prstGeom>
          <a:solidFill>
            <a:srgbClr val="1E5A8A"/>
          </a:solidFill>
          <a:ln/>
        </p:spPr>
      </p:sp>
      <p:sp>
        <p:nvSpPr>
          <p:cNvPr id="10" name="Text 8"/>
          <p:cNvSpPr/>
          <p:nvPr/>
        </p:nvSpPr>
        <p:spPr>
          <a:xfrm>
            <a:off x="5591556" y="21031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62856" y="329184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獨立短網址易分享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54296" y="406908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每本書都有專屬網址,一鍵複製,轉發到群組、投影片、週報。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74736" y="1737360"/>
            <a:ext cx="3520440" cy="40233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C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32036" y="2103120"/>
            <a:ext cx="1005840" cy="1005840"/>
          </a:xfrm>
          <a:prstGeom prst="ellipse">
            <a:avLst/>
          </a:prstGeom>
          <a:solidFill>
            <a:srgbClr val="1E5A8A"/>
          </a:solidFill>
          <a:ln/>
        </p:spPr>
      </p:sp>
      <p:sp>
        <p:nvSpPr>
          <p:cNvPr id="15" name="Text 13"/>
          <p:cNvSpPr/>
          <p:nvPr/>
        </p:nvSpPr>
        <p:spPr>
          <a:xfrm>
            <a:off x="9432036" y="21031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403336" y="329184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5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開放 API ‧ 邀你共建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94776" y="406908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教會網站可自由串接;也歡迎網友補充建檔、推薦延伸連結。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881360" y="64190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 / 10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books.zh.church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5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誰適合用?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303520" cy="1874520"/>
          </a:xfrm>
          <a:prstGeom prst="roundRect">
            <a:avLst>
              <a:gd name="adj" fmla="val 4878"/>
            </a:avLst>
          </a:prstGeom>
          <a:solidFill>
            <a:srgbClr val="EAF2F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057400"/>
            <a:ext cx="502920" cy="502920"/>
          </a:xfrm>
          <a:prstGeom prst="ellipse">
            <a:avLst/>
          </a:prstGeom>
          <a:solidFill>
            <a:srgbClr val="E0A62E"/>
          </a:solidFill>
          <a:ln/>
        </p:spPr>
      </p:sp>
      <p:sp>
        <p:nvSpPr>
          <p:cNvPr id="5" name="Text 3"/>
          <p:cNvSpPr/>
          <p:nvPr/>
        </p:nvSpPr>
        <p:spPr>
          <a:xfrm>
            <a:off x="1600200" y="199339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5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牧者 / 傳道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00200" y="2606040"/>
            <a:ext cx="4160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預備講道、主日學,快速找齊某主題或某卷聖經的參考書。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737360"/>
            <a:ext cx="5303520" cy="1874520"/>
          </a:xfrm>
          <a:prstGeom prst="roundRect">
            <a:avLst>
              <a:gd name="adj" fmla="val 4878"/>
            </a:avLst>
          </a:prstGeom>
          <a:solidFill>
            <a:srgbClr val="EAF2FA"/>
          </a:solidFill>
          <a:ln/>
        </p:spPr>
      </p:sp>
      <p:sp>
        <p:nvSpPr>
          <p:cNvPr id="8" name="Shape 6"/>
          <p:cNvSpPr/>
          <p:nvPr/>
        </p:nvSpPr>
        <p:spPr>
          <a:xfrm>
            <a:off x="6492240" y="2057400"/>
            <a:ext cx="502920" cy="502920"/>
          </a:xfrm>
          <a:prstGeom prst="ellipse">
            <a:avLst/>
          </a:prstGeom>
          <a:solidFill>
            <a:srgbClr val="E0A62E"/>
          </a:solidFill>
          <a:ln/>
        </p:spPr>
      </p:sp>
      <p:sp>
        <p:nvSpPr>
          <p:cNvPr id="9" name="Text 7"/>
          <p:cNvSpPr/>
          <p:nvPr/>
        </p:nvSpPr>
        <p:spPr>
          <a:xfrm>
            <a:off x="7178040" y="199339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5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小組長 / 同工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178040" y="2606040"/>
            <a:ext cx="4160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為小組挑選合適教材與造就書籍,一鍵分享書目連結。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886200"/>
            <a:ext cx="5303520" cy="1874520"/>
          </a:xfrm>
          <a:prstGeom prst="roundRect">
            <a:avLst>
              <a:gd name="adj" fmla="val 4878"/>
            </a:avLst>
          </a:prstGeom>
          <a:solidFill>
            <a:srgbClr val="EAF2FA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4206240"/>
            <a:ext cx="502920" cy="502920"/>
          </a:xfrm>
          <a:prstGeom prst="ellipse">
            <a:avLst/>
          </a:prstGeom>
          <a:solidFill>
            <a:srgbClr val="E0A62E"/>
          </a:solidFill>
          <a:ln/>
        </p:spPr>
      </p:sp>
      <p:sp>
        <p:nvSpPr>
          <p:cNvPr id="13" name="Text 11"/>
          <p:cNvSpPr/>
          <p:nvPr/>
        </p:nvSpPr>
        <p:spPr>
          <a:xfrm>
            <a:off x="1600200" y="414223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5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家長 / 主日學老師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00200" y="4754880"/>
            <a:ext cx="4160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找兒童聖經、繪本、青少年與家庭教養好書。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3886200"/>
            <a:ext cx="5303520" cy="1874520"/>
          </a:xfrm>
          <a:prstGeom prst="roundRect">
            <a:avLst>
              <a:gd name="adj" fmla="val 4878"/>
            </a:avLst>
          </a:prstGeom>
          <a:solidFill>
            <a:srgbClr val="EAF2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492240" y="4206240"/>
            <a:ext cx="502920" cy="502920"/>
          </a:xfrm>
          <a:prstGeom prst="ellipse">
            <a:avLst/>
          </a:prstGeom>
          <a:solidFill>
            <a:srgbClr val="E0A62E"/>
          </a:solidFill>
          <a:ln/>
        </p:spPr>
      </p:sp>
      <p:sp>
        <p:nvSpPr>
          <p:cNvPr id="17" name="Text 15"/>
          <p:cNvSpPr/>
          <p:nvPr/>
        </p:nvSpPr>
        <p:spPr>
          <a:xfrm>
            <a:off x="7178040" y="414223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5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教會網站 / 開發者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78040" y="4754880"/>
            <a:ext cx="4160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透過開放 API 串接書目,或在文章嵌入書籍短網址。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881360" y="64190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 / 10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books.zh.church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5A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開放共享 ‧ 邀你一起建造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03504" y="1335024"/>
            <a:ext cx="5650992" cy="4194618"/>
          </a:xfrm>
          <a:prstGeom prst="rect">
            <a:avLst/>
          </a:prstGeom>
          <a:solidFill>
            <a:srgbClr val="D9E2EA"/>
          </a:solidFill>
          <a:ln w="12700">
            <a:solidFill>
              <a:srgbClr val="C3D0DA"/>
            </a:solidFill>
            <a:prstDash val="solid"/>
          </a:ln>
        </p:spPr>
      </p:sp>
      <p:pic>
        <p:nvPicPr>
          <p:cNvPr id="4" name="Image 0" descr="/sessions/festive-intelligent-thompson/mnt/books.zh.church/華福文宣2026/screenshots/05_關於本站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577840" cy="41214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0" y="15544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F2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免費、開放、非商業。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F2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開放 API 供教會、機構、開發者自由取用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F2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歡迎網友補充建檔、回報勘誤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F2A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推薦延伸連結(YouTube / Blog / Podcast)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663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 CCNDA 建置維護,同時營運台灣聖經網、華人教會機構名錄。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881360" y="64190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 / 10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6419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books.zh.church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32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0A6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現在就開始,找造就生命的下一本書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0A6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books.zh.church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997196" y="3611880"/>
            <a:ext cx="21945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pic>
        <p:nvPicPr>
          <p:cNvPr id="6" name="Image 0" descr="/sessions/festive-intelligent-thompson/mnt/outputs/qr_boo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4356" y="3749040"/>
            <a:ext cx="1920240" cy="1920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0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掃描或輸入網址,免費使用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6263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4C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中華基督教網路發展協會（CCNDA）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屬靈共同書目 — 華福大會簡報</dc:title>
  <dc:subject>PptxGenJS Presentation</dc:subject>
  <dc:creator>CCNDA</dc:creator>
  <cp:lastModifiedBy>CCNDA</cp:lastModifiedBy>
  <cp:revision>1</cp:revision>
  <dcterms:created xsi:type="dcterms:W3CDTF">2026-07-17T11:55:07Z</dcterms:created>
  <dcterms:modified xsi:type="dcterms:W3CDTF">2026-07-17T11:55:07Z</dcterms:modified>
</cp:coreProperties>
</file>